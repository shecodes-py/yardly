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15b7942dc1471c" /><Relationship Type="http://schemas.openxmlformats.org/officeDocument/2006/relationships/extended-properties" Target="/docProps/app.xml" Id="Rf1c69b30a19b45d2" /><Relationship Type="http://schemas.openxmlformats.org/officeDocument/2006/relationships/officeDocument" Target="/ppt/presentation.xml" Id="R1822a018f3b8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8eaf426f6478e"/>
  </p:sldMasterIdLst>
  <p:notesMasterIdLst>
    <p:notesMasterId xmlns:r="http://schemas.openxmlformats.org/officeDocument/2006/relationships" r:id="R8decb60a13da4759"/>
  </p:notesMasterIdLst>
  <p:sldIdLst>
    <p:sldId xmlns:r="http://schemas.openxmlformats.org/officeDocument/2006/relationships" id="256" r:id="R1dbeb63f82ec42c2"/>
    <p:sldId xmlns:r="http://schemas.openxmlformats.org/officeDocument/2006/relationships" id="257" r:id="R94ab7efd0bf24612"/>
    <p:sldId xmlns:r="http://schemas.openxmlformats.org/officeDocument/2006/relationships" id="258" r:id="R904d2562738c41fa"/>
    <p:sldId xmlns:r="http://schemas.openxmlformats.org/officeDocument/2006/relationships" id="259" r:id="R4bf185f19df24b17"/>
    <p:sldId xmlns:r="http://schemas.openxmlformats.org/officeDocument/2006/relationships" id="260" r:id="R53cd329b51f14833"/>
    <p:sldId xmlns:r="http://schemas.openxmlformats.org/officeDocument/2006/relationships" id="261" r:id="R22c3ac245a614e9d"/>
    <p:sldId xmlns:r="http://schemas.openxmlformats.org/officeDocument/2006/relationships" id="262" r:id="R6797d715116c4b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14b40358dc45fe" /><Relationship Type="http://schemas.openxmlformats.org/officeDocument/2006/relationships/slideMaster" Target="/ppt/slideMasters/slideMaster1.xml" Id="Rbca8eaf426f6478e" /><Relationship Type="http://schemas.openxmlformats.org/officeDocument/2006/relationships/notesMaster" Target="/ppt/notesMasters/notesMaster1.xml" Id="R8decb60a13da4759" /><Relationship Type="http://schemas.openxmlformats.org/officeDocument/2006/relationships/presProps" Target="/ppt/presProps.xml" Id="Re71d6329c62e4e58" /><Relationship Type="http://schemas.openxmlformats.org/officeDocument/2006/relationships/tableStyles" Target="/ppt/tableStyles.xml" Id="R533cd4221bbc421b" /><Relationship Type="http://schemas.openxmlformats.org/officeDocument/2006/relationships/slide" Target="/ppt/slides/slide1.xml" Id="R1dbeb63f82ec42c2" /><Relationship Type="http://schemas.openxmlformats.org/officeDocument/2006/relationships/slide" Target="/ppt/slides/slide2.xml" Id="R94ab7efd0bf24612" /><Relationship Type="http://schemas.openxmlformats.org/officeDocument/2006/relationships/slide" Target="/ppt/slides/slide3.xml" Id="R904d2562738c41fa" /><Relationship Type="http://schemas.openxmlformats.org/officeDocument/2006/relationships/slide" Target="/ppt/slides/slide4.xml" Id="R4bf185f19df24b17" /><Relationship Type="http://schemas.openxmlformats.org/officeDocument/2006/relationships/slide" Target="/ppt/slides/slide5.xml" Id="R53cd329b51f14833" /><Relationship Type="http://schemas.openxmlformats.org/officeDocument/2006/relationships/slide" Target="/ppt/slides/slide6.xml" Id="R22c3ac245a614e9d" /><Relationship Type="http://schemas.openxmlformats.org/officeDocument/2006/relationships/slide" Target="/ppt/slides/slide7.xml" Id="R6797d715116c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87ae93e8e45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cba5136154572" /><Relationship Type="http://schemas.openxmlformats.org/officeDocument/2006/relationships/notesMaster" Target="/ppt/notesMasters/notesMaster1.xml" Id="R7c63afd40f66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6a6a97dd5741a4" /><Relationship Type="http://schemas.openxmlformats.org/officeDocument/2006/relationships/notesMaster" Target="/ppt/notesMasters/notesMaster1.xml" Id="R6f72d68184f0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5dd050a46d47e7" /><Relationship Type="http://schemas.openxmlformats.org/officeDocument/2006/relationships/notesMaster" Target="/ppt/notesMasters/notesMaster1.xml" Id="Ra91d7779b3f748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f675af16d34b96" /><Relationship Type="http://schemas.openxmlformats.org/officeDocument/2006/relationships/notesMaster" Target="/ppt/notesMasters/notesMaster1.xml" Id="Ra7d98fb62ddd41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06422e657845ae" /><Relationship Type="http://schemas.openxmlformats.org/officeDocument/2006/relationships/notesMaster" Target="/ppt/notesMasters/notesMaster1.xml" Id="Ra0507fc4341943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aa671c3404964" /><Relationship Type="http://schemas.openxmlformats.org/officeDocument/2006/relationships/notesMaster" Target="/ppt/notesMasters/notesMaster1.xml" Id="R376b3a2c44b540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835ca345a949d8" /><Relationship Type="http://schemas.openxmlformats.org/officeDocument/2006/relationships/notesMaster" Target="/ppt/notesMasters/notesMaster1.xml" Id="R9abaa8e3e4ba44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prepared 6 October 2026. Screenshots captured from https://yardly-alpha.vercel.app/ on 6 October 2026. Dashboard views use existing test accounts; all displayed counts and payment amounts are test data, not evidence of adoption or revenue. Proposed pilot scope and outcomes require agreement with estate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prepared 6 October 2026. Screenshots captured from https://yardly-alpha.vercel.app/ on 6 October 2026. Dashboard views use existing test accounts; all displayed counts and payment amounts are test data, not evidence of adoption or revenue. Proposed pilot scope and outcomes require agreement with estate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prepared 6 October 2026. Screenshots captured from https://yardly-alpha.vercel.app/ on 6 October 2026. Dashboard views use existing test accounts; all displayed counts and payment amounts are test data, not evidence of adoption or revenue. Proposed pilot scope and outcomes require agreement with estate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prepared 6 October 2026. Screenshots captured from https://yardly-alpha.vercel.app/ on 6 October 2026. Dashboard views use existing test accounts; all displayed counts and payment amounts are test data, not evidence of adoption or revenue. Proposed pilot scope and outcomes require agreement with estate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product has levy display and recorded receipt foundations; do not present this as a completed financial ledger or online checkout. Investment scope is proposed work, not shipped functionality. Agree priorities, access permissions, data retention, support and acceptance criteria with management before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prepared 6 October 2026. Screenshots captured from https://yardly-alpha.vercel.app/ on 6 October 2026. Dashboard views use existing test accounts; all displayed counts and payment amounts are test data, not evidence of adoption or revenue. Proposed pilot scope and outcomes require agreement with estate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prepared 6 October 2026. Screenshots captured from https://yardly-alpha.vercel.app/ on 6 October 2026. Dashboard views use existing test accounts; all displayed counts and payment amounts are test data, not evidence of adoption or revenue. Proposed pilot scope and outcomes require agreement with estate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382ea78a346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b3234e77d4e0c" /><Relationship Type="http://schemas.openxmlformats.org/officeDocument/2006/relationships/slideLayout" Target="/ppt/slideLayouts/slideLayout1.xml" Id="Rd555134b709949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55134b709949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414204c29481a" /><Relationship Type="http://schemas.openxmlformats.org/officeDocument/2006/relationships/image" Target="/ppt/media/image.jpeg" Id="R3d5e9c50863440b4" /><Relationship Type="http://schemas.openxmlformats.org/officeDocument/2006/relationships/notesSlide" Target="/ppt/notesSlides/notesSlide1.xml" Id="R16d07963d9dc48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0cb32bf8c41a2" /><Relationship Type="http://schemas.openxmlformats.org/officeDocument/2006/relationships/notesSlide" Target="/ppt/notesSlides/notesSlide2.xml" Id="Rc58f27f1bb0d4f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12cf53f394207" /><Relationship Type="http://schemas.openxmlformats.org/officeDocument/2006/relationships/image" Target="/ppt/media/image2.jpeg" Id="Rca5f90b76c074976" /><Relationship Type="http://schemas.openxmlformats.org/officeDocument/2006/relationships/image" Target="/ppt/media/image3.jpeg" Id="Rfd55ab3954b7401c" /><Relationship Type="http://schemas.openxmlformats.org/officeDocument/2006/relationships/notesSlide" Target="/ppt/notesSlides/notesSlide3.xml" Id="R54e67972a75749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bf5b6b0c84ada" /><Relationship Type="http://schemas.openxmlformats.org/officeDocument/2006/relationships/image" Target="/ppt/media/image4.jpeg" Id="R85d088fad9a44017" /><Relationship Type="http://schemas.openxmlformats.org/officeDocument/2006/relationships/notesSlide" Target="/ppt/notesSlides/notesSlide4.xml" Id="R4685995c31534f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da44647a544c8" /><Relationship Type="http://schemas.openxmlformats.org/officeDocument/2006/relationships/notesSlide" Target="/ppt/notesSlides/notesSlide5.xml" Id="R08cab6e06a7c4d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d3501c2cb4e18" /><Relationship Type="http://schemas.openxmlformats.org/officeDocument/2006/relationships/notesSlide" Target="/ppt/notesSlides/notesSlide6.xml" Id="Rc136772a1dcb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36e08a52b46de" /><Relationship Type="http://schemas.openxmlformats.org/officeDocument/2006/relationships/notesSlide" Target="/ppt/notesSlides/notesSlide7.xml" Id="Raa6c177648b543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3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724F0-FFAF-4D90-936E-ADC5D84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EDA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EDACB"/>
                </a:solidFill>
                <a:latin typeface="Arial"/>
                <a:ea typeface="Arial"/>
                <a:cs typeface="Arial"/>
              </a:rPr>
              <a:t>YARDLY  /  ESTATE PILOT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4384A-94C8-4DD3-A31C-2453266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5EE"/>
                </a:solidFill>
                <a:latin typeface="Arial"/>
                <a:ea typeface="Arial"/>
                <a:cs typeface="Arial"/>
              </a:rPr>
              <a:t>Estate life, a little easier.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032A6-7DE5-47F8-915C-73E0810E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6F5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A7EE7-BED0-4FE3-817D-D16A4562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390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6F5EE"/>
                </a:solidFill>
                <a:latin typeface="Arial"/>
                <a:ea typeface="Arial"/>
                <a:cs typeface="Arial"/>
              </a:rPr>
              <a:t>A shared home for residents,</a:t>
            </a:r>
          </a:p>
          <a:p xmlns:a="http://schemas.openxmlformats.org/drawingml/2006/main">
            <a:pPr>
              <a:defRPr sz="2475" b="0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6F5EE"/>
                </a:solidFill>
                <a:latin typeface="Arial"/>
                <a:ea typeface="Arial"/>
                <a:cs typeface="Arial"/>
              </a:rPr>
              <a:t>management and gate security.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4E70E-C21A-4102-889F-ADA8A82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5E1D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5E1D0"/>
                </a:solidFill>
                <a:latin typeface="Arial"/>
                <a:ea typeface="Arial"/>
                <a:cs typeface="Arial"/>
              </a:rPr>
              <a:t>Investment proposal:</a:t>
            </a:r>
          </a:p>
          <a:p xmlns:a="http://schemas.openxmlformats.org/drawingml/2006/main">
            <a:pPr>
              <a:defRPr sz="1950" b="0">
                <a:solidFill>
                  <a:srgbClr val="D5E1D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5E1D0"/>
                </a:solidFill>
                <a:latin typeface="Arial"/>
                <a:ea typeface="Arial"/>
                <a:cs typeface="Arial"/>
              </a:rPr>
              <a:t>fund a focused estate pilot.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e9c50863440b4"/>
          <a:stretch xmlns:a="http://schemas.openxmlformats.org/drawingml/2006/main"/>
        </p:blipFill>
        <p:spPr>
          <a:xfrm xmlns:a="http://schemas.openxmlformats.org/drawingml/2006/main">
            <a:off x="4696338" y="1885950"/>
            <a:ext cx="6961749" cy="4352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1330D-CBC3-4D90-B4D6-7CB59373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5E1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E1D0"/>
                </a:solidFill>
                <a:latin typeface="Arial"/>
                <a:ea typeface="Arial"/>
                <a:cs typeface="Arial"/>
              </a:rPr>
              <a:t>Live product • yardly-alpha.vercel.app</a:t>
            </a:r>
          </a:p>
        </p:txBody>
      </p:sp>
    </p:spTree>
    <p:extLst>
      <p:ext uri="{BB962C8B-B14F-4D97-AF65-F5344CB8AC3E}">
        <p14:creationId xmlns:p14="http://schemas.microsoft.com/office/powerpoint/2010/main" val="614925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6391D-F6DF-4519-BAEA-ACDD52F2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YARDLY  /  ESTATE PILOT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F283B-7313-494E-8350-5F42930E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Make everyday estate work easier to follow.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F4F92-1CF8-41A8-9842-A1C153E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93D25-F217-4121-B090-07FE28A4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2663B-2A30-499B-AB12-D156BAB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193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Resident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A11DF-6C93-4BD1-BA58-ABCF3755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383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Know which household belongs to each unit.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219E7-45BC-45A6-997C-A9795298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0CE96-5DD7-489B-BA89-7B096CD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Dues &amp; receipts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D72EC-2AD7-4081-B20C-AE6066F0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099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Make payment status easier to verify and explain.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C4317-369F-4148-AD20-9A7E099A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5ADF1-B409-4406-9269-1631AA26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624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Visitors &amp; deliveries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823B3-3A6E-4649-A5CD-384CD4C7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Give the gate a clearer invitation and arrival process.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ED1B9-3477-4B9F-9FA0-823229F9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7593C-8F91-4B03-B3D7-EC08AFC3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9339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Notices &amp; repairs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C1FED-DAB5-46E0-AB26-054DE4BC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Keep updates visible and give issues a clear owner.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04C8E-AA4C-4B11-AFC6-6CA2060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1055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These are the workflows the pilot will validate with your estate team.</a:t>
            </a:r>
          </a:p>
        </p:txBody>
      </p:sp>
    </p:spTree>
    <p:extLst>
      <p:ext uri="{BB962C8B-B14F-4D97-AF65-F5344CB8AC3E}">
        <p14:creationId xmlns:p14="http://schemas.microsoft.com/office/powerpoint/2010/main" val="107541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D1A63-C882-41E7-9E1F-A87BFFE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YARDLY  /  ESTATE PILOT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C55A7-F665-42D0-9DD6-926B874E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One front door for residents.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4E131-4818-47C1-877F-D47B220C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f90b76c074976"/>
          <a:stretch xmlns:a="http://schemas.openxmlformats.org/drawingml/2006/main"/>
        </p:blipFill>
        <p:spPr>
          <a:xfrm xmlns:a="http://schemas.openxmlformats.org/drawingml/2006/main">
            <a:off x="538055" y="1828800"/>
            <a:ext cx="8258389" cy="46482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5ab3954b7401c"/>
          <a:stretch xmlns:a="http://schemas.openxmlformats.org/drawingml/2006/main"/>
        </p:blipFill>
        <p:spPr>
          <a:xfrm xmlns:a="http://schemas.openxmlformats.org/drawingml/2006/main">
            <a:off x="9344272" y="1714500"/>
            <a:ext cx="2114057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B3C26-AFF3-4F59-8884-3D88A9C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Visitors • deliveries • estate notices • dues • issue reporting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25FBB-C202-47CF-BF78-A9353224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Current product using a test account. Desktop and mobile views.</a:t>
            </a:r>
          </a:p>
        </p:txBody>
      </p:sp>
    </p:spTree>
    <p:extLst>
      <p:ext uri="{BB962C8B-B14F-4D97-AF65-F5344CB8AC3E}">
        <p14:creationId xmlns:p14="http://schemas.microsoft.com/office/powerpoint/2010/main" val="1703097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2F8E8-4281-440D-9B16-8072BC98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YARDLY  /  ESTATE PILOT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0AB0-3A3E-4359-B56A-7FB5E85A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Give management a shared operating 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359D0-3427-41EF-AB6B-8D19AF89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088fad9a44017"/>
          <a:stretch xmlns:a="http://schemas.openxmlformats.org/drawingml/2006/main"/>
        </p:blipFill>
        <p:spPr>
          <a:xfrm xmlns:a="http://schemas.openxmlformats.org/drawingml/2006/main">
            <a:off x="533400" y="1905113"/>
            <a:ext cx="7953375" cy="447652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198FD-39A9-479E-B0B0-B2FA4D7E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05000"/>
            <a:ext cx="278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CURRENT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41B68-C2DE-4B11-A238-665BA8B6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Review membership</a:t>
            </a:r>
          </a:p>
          <a:p xmlns:a="http://schemas.openxmlformats.org/drawingml/2006/main">
            <a:pPr>
              <a:defRPr sz="210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F50A7-1354-4512-B2CE-5FC0A67F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38525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Publish estate</a:t>
            </a:r>
          </a:p>
          <a:p xmlns:a="http://schemas.openxmlformats.org/drawingml/2006/main">
            <a:pPr>
              <a:defRPr sz="210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announcements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A16CC-B965-4517-B1BE-5DA7AB7C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67225"/>
            <a:ext cx="2781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Review tickets, dues</a:t>
            </a:r>
          </a:p>
          <a:p xmlns:a="http://schemas.openxmlformats.org/drawingml/2006/main">
            <a:pPr>
              <a:defRPr sz="210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and access codes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A7A5E-C358-4AC4-BFC2-5A572D06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Test account and sample records; figures are not operating results.</a:t>
            </a:r>
          </a:p>
        </p:txBody>
      </p:sp>
    </p:spTree>
    <p:extLst>
      <p:ext uri="{BB962C8B-B14F-4D97-AF65-F5344CB8AC3E}">
        <p14:creationId xmlns:p14="http://schemas.microsoft.com/office/powerpoint/2010/main" val="17020398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AE716-3989-4FAB-A69B-58C9C52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YARDLY  /  ESTATE PILOT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6C8E-25CA-46A4-AF1E-7359ACD4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Fund the foundation for a dependable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AB21F-074C-442A-8BF5-FD04781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2D7F2-1107-4850-B685-BEDD5B1B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ALREADY IN THE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50B74-E7BE-4FBB-96D2-25F385E2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50863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Role-based dashboards</a:t>
            </a:r>
          </a:p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Resident approval workflow</a:t>
            </a:r>
          </a:p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Visitor invitation forms</a:t>
            </a:r>
          </a:p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Estate notices and maintenance requests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59D6B-F110-43F6-B79E-EF015653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531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PROPOSED INVESTMENT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F2B38-4D84-4172-8F11-082332E7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531495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Structured property and unit records</a:t>
            </a:r>
          </a:p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Verified dues, reconciliation and receipts</a:t>
            </a:r>
          </a:p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Targeted notices and tracked issue updates</a:t>
            </a:r>
          </a:p>
          <a:p xmlns:a="http://schemas.openxmlformats.org/drawingml/2006/main">
            <a:pPr>
              <a:defRPr sz="2175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Hosting, monitoring and staff onboarding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4BAE4-13FA-4FAB-A40E-78BE565F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090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Online payment collection is not yet integrated. Final scope and budget will be agreed before rollout.</a:t>
            </a:r>
          </a:p>
        </p:txBody>
      </p:sp>
    </p:spTree>
    <p:extLst>
      <p:ext uri="{BB962C8B-B14F-4D97-AF65-F5344CB8AC3E}">
        <p14:creationId xmlns:p14="http://schemas.microsoft.com/office/powerpoint/2010/main" val="557836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ABEC4-46FA-464B-AE0E-06C20730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YARDLY  /  ESTATE PILOT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2AA63-130C-4AF2-943D-F808394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3F30"/>
                </a:solidFill>
                <a:latin typeface="Arial"/>
                <a:ea typeface="Arial"/>
                <a:cs typeface="Arial"/>
              </a:rPr>
              <a:t>Start small. Measure before expanding.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DE94F-6788-4546-A353-D9D567F6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01C97-F00B-41A1-9029-3BB20F2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01 /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BF01-2803-4FB8-B62D-85A43161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Choose a pilot group.</a:t>
            </a:r>
          </a:p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Confirm workflows, budget</a:t>
            </a:r>
          </a:p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and responsible staff.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205A5-E8AC-4897-9204-CABB1061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33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02 / OPERATE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2F839-0583-4B5B-A115-3166D8A8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43200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Onboard households.</a:t>
            </a:r>
          </a:p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Train management and security.</a:t>
            </a:r>
          </a:p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Run real daily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B5546-0C07-4295-8302-E76FCDBF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454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5432"/>
                </a:solidFill>
                <a:latin typeface="Arial"/>
                <a:ea typeface="Arial"/>
                <a:cs typeface="Arial"/>
              </a:rPr>
              <a:t>03 /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53873-3502-4A86-87B1-25E9C84C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Compare against the baseline.</a:t>
            </a:r>
          </a:p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Resolve issues.</a:t>
            </a:r>
          </a:p>
          <a:p xmlns:a="http://schemas.openxmlformats.org/drawingml/2006/main">
            <a:pPr>
              <a:defRPr sz="2100" b="0">
                <a:solidFill>
                  <a:srgbClr val="1D3F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D3F30"/>
                </a:solidFill>
                <a:latin typeface="Arial"/>
                <a:ea typeface="Arial"/>
                <a:cs typeface="Arial"/>
              </a:rPr>
              <a:t>Decide whether to expand.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FDA91-5F38-42F5-8B7B-7134B660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1087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Measure: resident participation, gate verification time, payment reconciliation time</a:t>
            </a:r>
          </a:p>
          <a:p xmlns:a="http://schemas.openxmlformats.org/drawingml/2006/main">
            <a:pPr>
              <a:defRPr sz="1950" b="0">
                <a:solidFill>
                  <a:srgbClr val="56665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65C"/>
                </a:solidFill>
                <a:latin typeface="Arial"/>
                <a:ea typeface="Arial"/>
                <a:cs typeface="Arial"/>
              </a:rPr>
              <a:t>and issue resolution time. Benefits must be demonstrated during the pilot.</a:t>
            </a:r>
          </a:p>
        </p:txBody>
      </p:sp>
    </p:spTree>
    <p:extLst>
      <p:ext uri="{BB962C8B-B14F-4D97-AF65-F5344CB8AC3E}">
        <p14:creationId xmlns:p14="http://schemas.microsoft.com/office/powerpoint/2010/main" val="2115589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3F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C88F8-F5B5-4120-A1DD-4EA73A83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EDA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EDACB"/>
                </a:solidFill>
                <a:latin typeface="Arial"/>
                <a:ea typeface="Arial"/>
                <a:cs typeface="Arial"/>
              </a:rPr>
              <a:t>YARDLY  /  ESTATE PILOT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FC82B-E089-4776-AD27-F33CD80B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5EE"/>
                </a:solidFill>
                <a:latin typeface="Arial"/>
                <a:ea typeface="Arial"/>
                <a:cs typeface="Arial"/>
              </a:rPr>
              <a:t>Let’s make your estate the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1F11B-1712-417B-AEB1-1845BAB3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6F5E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23706-E191-4370-A509-51EC5B2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6F5EE"/>
                </a:solidFill>
                <a:latin typeface="Arial"/>
                <a:ea typeface="Arial"/>
                <a:cs typeface="Arial"/>
              </a:rPr>
              <a:t>The decision we’re asking 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468E2-89C2-44D3-9389-456CAC04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62275"/>
            <a:ext cx="109537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6F5EE"/>
                </a:solidFill>
                <a:latin typeface="Arial"/>
                <a:ea typeface="Arial"/>
                <a:cs typeface="Arial"/>
              </a:rPr>
              <a:t>Commit funding for an agreed pilot scope.</a:t>
            </a:r>
          </a:p>
          <a:p xmlns:a="http://schemas.openxmlformats.org/drawingml/2006/main">
            <a:pPr>
              <a:defRPr sz="2325" b="0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6F5EE"/>
                </a:solidFill>
                <a:latin typeface="Arial"/>
                <a:ea typeface="Arial"/>
                <a:cs typeface="Arial"/>
              </a:rPr>
              <a:t>Nominate a management lead and a security lead.</a:t>
            </a:r>
          </a:p>
          <a:p xmlns:a="http://schemas.openxmlformats.org/drawingml/2006/main">
            <a:pPr>
              <a:defRPr sz="2325" b="0">
                <a:solidFill>
                  <a:srgbClr val="F6F5E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6F5EE"/>
                </a:solidFill>
                <a:latin typeface="Arial"/>
                <a:ea typeface="Arial"/>
                <a:cs typeface="Arial"/>
              </a:rPr>
              <a:t>Approve household onboarding and success criteria.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8FD9B-0FDC-4D9E-AA41-C4CED53A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5E1D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5E1D0"/>
                </a:solidFill>
                <a:latin typeface="Arial"/>
                <a:ea typeface="Arial"/>
                <a:cs typeface="Arial"/>
              </a:rPr>
              <a:t>Next step: a scoping meeting and a costed pilot proposal.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2FFB4-C102-42AF-8CA2-2B215FA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5E1D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5E1D0"/>
                </a:solidFill>
                <a:latin typeface="Arial"/>
                <a:ea typeface="Arial"/>
                <a:cs typeface="Arial"/>
              </a:rPr>
              <a:t>Explore the live site: yardly-alpha.vercel.app</a:t>
            </a:r>
          </a:p>
        </p:txBody>
      </p:sp>
    </p:spTree>
    <p:extLst>
      <p:ext uri="{BB962C8B-B14F-4D97-AF65-F5344CB8AC3E}">
        <p14:creationId xmlns:p14="http://schemas.microsoft.com/office/powerpoint/2010/main" val="1615820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2026-10-06T10:51:36.1160000Z</dcterms:created>
  <dcterms:modified xsi:type="dcterms:W3CDTF">2026-10-06T10:51:36.1160000Z</dcterms:modified>
</coreProperties>
</file>